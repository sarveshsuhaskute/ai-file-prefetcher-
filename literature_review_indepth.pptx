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A4447-2374-7B40-BB58-522DF86C9E2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574C4-0D40-0243-BC27-83A22028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1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605.26168" TargetMode="External"/><Relationship Id="rId3" Type="http://schemas.openxmlformats.org/officeDocument/2006/relationships/hyperlink" Target="https://doi.org/10.3390/bdcc10010028" TargetMode="External"/><Relationship Id="rId7" Type="http://schemas.openxmlformats.org/officeDocument/2006/relationships/hyperlink" Target="https://arxiv.org/abs/2502.02750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senix.org/conference/atc24/presentation/cao" TargetMode="External"/><Relationship Id="rId5" Type="http://schemas.openxmlformats.org/officeDocument/2006/relationships/hyperlink" Target="https://doi.org/10.3390/fi17040170" TargetMode="External"/><Relationship Id="rId4" Type="http://schemas.openxmlformats.org/officeDocument/2006/relationships/hyperlink" Target="https://arxiv.org/abs/2510.21865" TargetMode="External"/><Relationship Id="rId9" Type="http://schemas.openxmlformats.org/officeDocument/2006/relationships/hyperlink" Target="https://arxiv.org/abs/2609.040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FULL LITERATURE SURVEY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4572000" cy="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File Prefetching Using Sequential Pattern Mining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Savva &amp; Herodotou (2026)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Savva &amp; H. Herodotou, “Adaptive Data Prefetching for File Storage Systems Using Online Machine Learning,” Big Data and Cognitive Computing, 10(1):28, Jan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online, streaming machine learning (SML) for file prefetching — the model keeps learning from live access data instead of being trained once and frozen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features in real time from the access stream and continuously updates the model with minimal overhead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Hoeffding Trees and SOKNL as the streaming ML algorithms to decide when, how, and what to prefetch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paper closest in spirit to our project — our “onfline vs. live” critique is aimed directly at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prefetch byte precision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2.8× reduction in data access latency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real Huawei Technologies traces + Google/SNIA IOTTA traces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purely via offline trace replay. No live deployment, no kernel integration, no notion of confidence-driven eviction or cross-application context.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</a:t>
            </a: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/10.3390/bdcc10010028 (open access, CC BY)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Qowy (2025)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I. Qowy, “Prefetching Cache Optimization Using Graph Neural Networks: A Modular Framework and Conceptual Analysis,” arXiv:2510.21865, Oct 2025.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modular pipeline that models file/web access structure as a graph and predicts the next access with a GNN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stages: a route mapper extracts structure, a graph constructor builds the graph, a walk-session generator simulates user behaviour, and a GNN module trains/predicts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explicitly by its own author as a conceptual framework and analysis, not an empirical study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workload numbers reported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via simulated “walk sessions,” not real traces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case made for why GNNs should outperform conventional prefetchers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Conceptual/analytical only — no real implementation, no live system, single simulated scenario. Doesn't touch cross-app behaviour or cache eviction at all.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</a:t>
            </a: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/abs/2510.21865 (free, CC BY 4.0)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3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(2024)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(Zeyuan) Yang, “Leveraging AI for Faster Storage Access: A Graph-Neural-Network-Based Prefetcher,” MS Thesis, University of Chicago, May 2024.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“Spectral Prefetcher” — a spectral graph neural network designed for fast, precise next-access prediction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memory-address-level prefetching (predicting address deltas), not file-level access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hardware/memory-subsystem prefetcher rather than a file-system tool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+21.8% hit rate vs. stride prefetching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reduction in inference latency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 lower memory usage than comparable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thesis, not peer-reviewed. Operates at the memory-address level, not the file/syscall level our project targets, and is evaluated in a simulated/benchmark setting, not deployed.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00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mailman.cs.uchicago.edu</a:t>
            </a: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/mailman/public/colloquium/attachments/20240419/e1d973cf/attachment-0001.pdf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4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Lucas Filho et al. (2025)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Lucas Filho, G. Savva, Yang, Fu, Shen, H. Herodotou, “Employing Streaming ML for Modeling Workload Patterns in Multi-Tiered Data Storage Systems,” Future Internet, 17(4):170, 2025.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feature-engineering study feeding richer context into streaming ML prefetch models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37 features from file requests, file metadata, directory patterns, and file-format patterns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access patterns by directory and file format to give the learning model more context to work with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research group as the Base Paper 1 slide — this is their supporting feature-engineering 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engineered features across 4 categories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Directory- and format-level aggregation shown to improve context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online SML approach from Savva &amp; Herodotou (2026)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feature-engineering / modeling paper, not a deployed prefetching system. Doesn't integrate predictions with real-time cache admission or eviction.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mdpi.com</a:t>
            </a: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/1999-5903/17/4/170 (open access, CC BY)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RELATED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SnapBPF (2025)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Psomadakis et al., “SnapBPF: Exploiting eBPF for Serverless Snapshot Prefetching,” ACM HotStorage '25, pp. 9–16.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6720840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89504"/>
            <a:ext cx="62636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eBPF to trace and prefetch serverless-function “snapshot” pages ahead of need, speeding up cold starts in Function-as-a-Service (FaaS) platforms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paper in our whole review that is both eBPF-based AND actually deployed and measured live — not trace replay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the Best Paper Award at HotStorage 2025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25512" y="2267712"/>
            <a:ext cx="4114800" cy="1698589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25512" y="2267712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08392" y="22677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08392" y="2798064"/>
            <a:ext cx="3749040" cy="1058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Paper Award, ACM HotStorage 2025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deployed eBPF prefetching — not simulation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cold-start latency reduction in live FaaS restores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25512" y="4149181"/>
            <a:ext cx="4114800" cy="165725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25512" y="4149181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08392" y="4149181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08392" y="4679533"/>
            <a:ext cx="3749040" cy="10171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Narrowly scoped to serverless snapshot restore — not general-purpose file prefetching. Doesn't use sequential pattern mining, doesn't model cross-application context, and doesn't tie confidence to cache eviction.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site.psomas.xyz (author's free preprint)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FOUNDATION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FetchBPF (2024)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 Cao et al., “FetchBPF: Customizable Prefetching Policies in Linux with eBPF,” USENIX ATC 2024.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developers write custom memory-page prefetch policies in eBPF, with no kernel patches or recompilation needed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that eBPF is a practical, production-safe mechanism for customizing kernel prefetch behaviour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the generic memory-page level, independent of what file or application the page belongs 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stock Linux kernels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patches or reboots required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eBPF is viable for prefetch-policy customization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generic memory pages, not files. No machine learning, no sequential pattern prediction — policies are hand-written, not learned.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usenix.org/conference/atc24/presentation/cao (free)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FOUNDATION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cache_ext (2025)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Zussman et al., “cache_ext: Customizing the Page Cache with eBPF,” ACM SOSP 2025.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framework for writing custom page-cache eviction policies without touching kernel source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implement 8 different eviction policies on top of the framework to demonstrate its flexibility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entirely on what to evict, not on what to prefetch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eviction policies implemented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patch required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at SOSP, a top-tier systems 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eviction only — no prefetching component at all, and no sequential or ML-based prediction of future access.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arxiv.org/abs/2502.02750 (free preprint, “Cache is King”)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FOUNDATION 3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LearnedCache (2026)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“LearnedCache: An eBPF-Integrated Perceptron-Based Eviction Policy,” arXiv,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cache_ext idea by replacing hand-written eviction heuristics with a learned perceptron model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an eBPF-based, no-kernel-patch approach to customizing page cache behaviour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appearance in our review of a learned (ML) model actually controlling real eviction decisions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model replaces hand-tuned heuristics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the cache_ext eBPF framework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eviction decisions, not offline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eviction-only — no prefetching, no file-level sequential prediction, and no cross-application context modeling.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arxiv.org/abs/2605.26168 (free)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FOUNDATION 4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Confidence-Gated Admission (2026)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“Confidence-Gated Admission for Hardware Prefetching,” arXiv,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a hardware prefetcher's confidence score directly to whether a prefetched cache line is admitted into cache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existing precedent for “confidence should control the cache decision, not just the prefetch decision”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entirely inside the CPU's hardware cache hierarchy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directly gates cache admission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core idea works at the hardware level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conceptual precedent for our confidence-tiered approach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Hardware/CPU cache level only — nothing to do with files, storage, or the OS page cache. Our project takes this exact idea and moves it to the file-system level.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arxiv.org/abs/2609.04040 (free)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FOUNDATION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Griffioen &amp; Appleton (1994)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Griffioen &amp; R. Appleton, “Reducing File System Latency Using a Predictive Approach to File Caching,” USENIX Summer 1994.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major predictive file-prefetching system: tracks which files tend to be opened after which, using heuristic pattern tracking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probability-graph model of file access relationships from trace data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three decades ago, that predicting ahead beats purely reactive caching (like LRU)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280% improvement over plain LRU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via trace-driven simulation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predictive prefetching as a research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Pre-dates ML entirely — purely heuristic. Single-application trace-driven simulation, no notion of live kernel deployment via modern tracing technology.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usenix.org (free, USENIX archives)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FOUNDATION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C-Miner (2004)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Li, Z. Chen, S. M. Srinivasan, Y. Zhou, “C-Miner: Mining Block Correlations in Storage Systems,” USENIX FAST 2004.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frequent sequence mining — borrowed from data-mining research — to discover which storage blocks tend to be accessed in correlated sequences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ancestor of “sequential pattern mining,” the exact phrase in our own project title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were used to guide prefetching and data placement decisions in storage systems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12–25% I/O latency reduction reported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(not file-level) correlation mining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inspired the “sequential pattern mining” approach we build 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Pre-dates modern ML and eBPF (which didn't exist yet in 2004). Works at the disk-block level, not the file level, with no confidence scoring and no live kernel deployment.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usenix.org (free, USENIX archives)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 (SURVEY)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Savva, Kakoulli &amp; Herodotou (2026)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“Machine Learning-Based Caching and Tiering in Modern Data Storage Systems: A Survey,” ACM Computing Surveys, 58(11), Art. 295.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6263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36-page survey covering the full landscape of ML-based caching and tiering research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common features, popular baselines, and typical evaluation metrics used across the field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states that traditional caching policies “struggle to adapt to the dynamic and complex access patterns observed in modern data-intensive applications” — confirming the problem space is real and active</a:t>
            </a:r>
            <a:endParaRPr lang="en-US" sz="125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as background evidence that the field is active, not as a competing system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25512" y="1645920"/>
            <a:ext cx="4114800" cy="199705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25512" y="164592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839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08392" y="2176272"/>
            <a:ext cx="3749040" cy="1356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ML-based caching is a fast-growing area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baselines/metrics we can reuse for our own evaluation</a:t>
            </a:r>
            <a:endParaRPr lang="en-US" sz="110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itself propose a deployed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3825850"/>
            <a:ext cx="4114800" cy="1980590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25512" y="382585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BEEEE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8392" y="382585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OUR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08392" y="4356202"/>
            <a:ext cx="3749040" cy="134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survey, not a system — doesn't address deployment as a live OS-level tool, which is exactly where our project positions itself.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access: ResearchGate (author-shared free full text; not open access on ACM's own site)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none of the eleven papers do together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37413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Confidence-driven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papers (Savva, Qowy, Yang, Lucas Filho)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SnapBPF (closest attempt)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(serverless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eBPF systems papers (4 papers)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(memory/generic)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(Griffioen &amp; Appleton, C-Miner)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proposed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SnapBPF proves live eBPF deployment is possible. The base papers prove ML prediction works. Nobody has put file-level prediction, cross-app context, and confidence-driven eviction together in one deployed system.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ACTUALLY BUILDING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system, in one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7340" y="201168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773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Tracer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open/read/readahead syscalls live, across every process, with near-zero overhead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3291840"/>
            <a:ext cx="192024" cy="0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1980" y="201168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119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27432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sequential pattern mining (descendant of C-Miner) over the live event stream — keeps learning as it runs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07608" y="3291840"/>
            <a:ext cx="192024" cy="0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46620" y="201168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466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2512" y="27432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gets a confidence number, computed with cross-application context in mind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42248" y="3291840"/>
            <a:ext cx="192024" cy="0"/>
          </a:xfrm>
          <a:prstGeom prst="line">
            <a:avLst/>
          </a:prstGeom>
          <a:noFill/>
          <a:ln w="25400">
            <a:solidFill>
              <a:srgbClr val="5B6B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81260" y="201168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812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17152" y="27432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 + Eviction Controller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directly drives both readahead aggressiveness AND page-cache eviction priority — not just one or the other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running Linux tool on real, concurrent, multi-application workloads — not offline trace replay.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 FROM EVERY PAPER REVIEWED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nobody else combines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File-level, not memory-address or generic-page level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Yang (address-level), FetchBPF/cache_ext/LearnedCache (generic pages), and Confidence-Gated Admission (CPU cache lines)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93522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context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3009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papers reviewed model interleaved access across concurrent processes sharing one cache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tied to BOTH prefetch and eviction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Admission does this at the hardware level only; we bring the same idea to the file-system level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52029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deployment, evaluated on a running system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55686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SnapBPF (serverless-only) and the eBPF systems papers (generic, not ML-driven) are actually deployed — our base ML papers are all offline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RECORD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Savva, G. &amp; Herodotou, H.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Data Prefetching... Big Data Cogn. Comput. 10(1):28, 2026.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https://doi.org/10.3390/bdcc10010028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837944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Qowy, F. I.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Prefetching Cache Optimization Using GNNs. arXiv:2510.21865, 2025.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https://arxiv.org/abs/2510.21865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F.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AI for Faster Storage Access. UChicago MS thesis, 2024.  </a:t>
            </a:r>
            <a:r>
              <a:rPr lang="en-US" sz="9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UChicago CS mailing list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Filho, G. et al.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Employing Streaming ML for Modeling Workload Patterns. Future Internet 17(4):170, 2025.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https://doi.org/10.3390/fi17040170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Psomadakis, E. et al.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SnapBPF: Exploiting eBPF for Serverless Snapshot Prefetching. HotStorage '25.  </a:t>
            </a:r>
            <a:r>
              <a:rPr lang="en-US" sz="9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site.psomas.xyz (preprint)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Cao, X. et al.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FetchBPF: Customizable Prefetching Policies with eBPF. USENIX ATC, 2024.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https://www.usenix.org/conference/atc24/presentation/cao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Zussman, T. et al.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cache_ext: Customizing the Page Cache with eBPF. ACM SOSP, 2025.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https://arxiv.org/abs/2502.02750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361688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LearnedCache: eBPF-Integrated Perceptron-Based Eviction. arXiv, 2026.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https://arxiv.org/abs/2605.26168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782312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Admission for Hardware Prefetching. arXiv, 2026.  </a:t>
            </a:r>
            <a:r>
              <a:rPr lang="en-US" sz="900" i="1" u="sng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https://arxiv.org/abs/2609.04040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5202936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Griffioen, J. &amp; Appleton, R.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File System Latency using a Predictive Approach. USENIX Summer, 1994.  </a:t>
            </a:r>
            <a:r>
              <a:rPr lang="en-US" sz="9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usenix.org (open access)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Z. et al.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C-Miner: Mining Block Correlations in Storage Systems. USENIX FAST, 2004.  </a:t>
            </a:r>
            <a:r>
              <a:rPr lang="en-US" sz="9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usenix.org (open access)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6044184"/>
            <a:ext cx="110916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Savva, G., Kakoulli, E. &amp; Herodotou, H.  </a:t>
            </a:r>
            <a:r>
              <a:rPr lang="en-US" sz="9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Caching and Tiering: A Survey. ACM Comput. Surv. 58(11), 2026.  </a:t>
            </a:r>
            <a:r>
              <a:rPr lang="en-US" sz="9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ResearchGate (author-shared)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 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2802</Words>
  <Application>Microsoft Macintosh PowerPoint</Application>
  <PresentationFormat>Widescreen</PresentationFormat>
  <Paragraphs>302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Sarvesh Suhas Kute</cp:lastModifiedBy>
  <cp:revision>3</cp:revision>
  <dcterms:created xsi:type="dcterms:W3CDTF">2026-09-14T23:23:25Z</dcterms:created>
  <dcterms:modified xsi:type="dcterms:W3CDTF">2026-09-18T09:50:00Z</dcterms:modified>
</cp:coreProperties>
</file>