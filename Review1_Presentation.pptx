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496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File Prefetching Using Sequential Pattern Matching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Literature Review · Problem Statement · Gap · Novelty · Objectives · Methodology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989320"/>
            <a:ext cx="1280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Lab  ·  B.Tech CSE  ·  VIT Vellore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watches which files are accessed across concurrent applications, learns the access patterns using online sequential pattern mining, and prefetches files it is confident will be needed next — deployed live on Linux via eBPF, not evaluated only as an offline simulation.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7889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is roughly 1,000x faster than SSD and 100,000x faster than HDD. Every time a program requests a file that isn't already cached, it stalls waiting for that trip — this latency gap is the entire reason prefetching exists.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prefetching does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8862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loads data into cache before it is requested, based on a prediction of what will be needed next. Linux already does a simple version of this (readahead) for sequential reads.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83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project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49834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prefetching at the OS layer — not hardware/CPU-cache-line prefetching, and not simulation-only. Learned from real, concurrent, multi-application access streams.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Papers — Base &amp; Closest Related Work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279392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Savva &amp; Herodotou — Adaptive Data Prefetching for File Storage Systems Using Online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 BDCC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Online/streaming ML prefetcher; 97% precision, 2.8x latency cut on real traces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Qowy — Prefetching Cache Optimization Using Graph Neural Networks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JUCS / arXiv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GNN framework modeling file access as a graph (conceptual)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— Leveraging AI for Faster Storage Access (GNN Prefetcher)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UChicago MS Thesis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GNN prefetcher; +21.8% hit rate, 79.9% lower inference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Lucas Filho et al. — Employing Streaming ML for Modeling Workload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Internet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engineered features; directory/format-level context for streaming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Psomadakis et al. — SnapBPF: eBPF for Serverless Snapshot Prefetching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HotStorage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deployed eBPF prefetching (Best Paper Award) — not simulation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Papers — Systems Foundations &amp; Classical Work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352544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 et al. — FetchBPF: Customizable Prefetching Policies in Linux with eBPF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USENIX ATC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memory-page prefetch policies in eBPF, no kernel patches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Zussman et al. — cache_ext: Customizing the Page Cache with eBPF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SOSP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eBPF framework for page-cache eviction; 8 policies 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 — LearnedCache: eBPF-Integrated Perceptron-Based Eviction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Perceptron model replaces hand-tuned heuristics, built on cache_ext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Majdane et al. — Confidence-Gated Admission for Hardware Prefetching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Ties confidence score to cache admission at the CPU cache-line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Griffioen &amp; Appleton — Reducing File System Latency Using a Predictive 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USENIX Summer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major predictive file-prefetching system; up to 280% over LRU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 — C-Miner: Mining Block Correlations in Storage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USENIX 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sequence mining for block correlations — direct ancestor of our 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Broader Literature Coverage 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Pattern Mining Foundations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01368"/>
            <a:ext cx="53949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Agrawal &amp; Srikant — Mining Sequential Patterns (IEEE ICDE, 1995)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&amp; Agrawal — GSP: Generalizations &amp; Performance (EDBT, 1996)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Zaki — SPADE: Efficient Algorithm for Mining Sequences (Machine Learning, 2001)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et al. — PrefixSpan: Pattern-Growth Approach (IEEE TKDE, 2004)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&amp; ML Cache Replacement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18688"/>
            <a:ext cx="539496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Megiddo &amp; Modha — ARC: Self-Tuning Replacement Cache (USENIX FAST, 2003)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Beckmann et al. — LHD: Maximizing Hit Density (USENIX NSDI, 2018)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Berger et al. — AdaptSize: Hot Object Cache for CDNs (USENIX NSDI, 2017)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et al. — Learning Relaxed Belady for CDN Caching (USENIX NSDI, 2020)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Souza &amp; Freitas — RL-Based Cache Replacement (IEEE Access, 2024)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NACL — KV Cache Eviction Framework for LLMs (ACL, 2024)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Cache Eviction Framework with Minimal Overhead (arXiv, 2023)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Evict from Key-Value Cache — KVP (arXiv, 2026)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Memory &amp; Storage Prefetching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801368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Hashemi et al. — Learning Memory Access Patterns (ICML, 2018)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Doudali et al. — Kleio: Hybrid Memory Page Scheduler (ACM HPDC, 2019)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— MPGraph: Domain-Specific ML Prefetcher for Graphs (ACM SC, 2023)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— SGDP: Stream-Graph Neural Network Prefetcher (arXiv, 2023)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Semantics, Not Addresses — Neural Prefetching for Far Memory (arXiv, 2025)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31455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Mobile Prefetching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438144"/>
            <a:ext cx="5394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Parate et al. — Practical Prediction &amp; Prefetch on Mobile Phones (ACM UbiComp, 2013)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Shin, Hong &amp; Dey — Prediction of Mobile App Usage (ACM UbiComp, 2012)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et al. — Smartphone App Usage Prediction via POI (ACM IMWUT, 2017)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/ eBPF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463600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Gbadamosi et al. — The eBPF Runtime in the Linux Kernel (arXiv, 2024)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 · 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AI/ML-based file prefetchers are evaluated almost exclusively through offline trace replay on a single application's access stream, using sequence-only signals with a fixed prefetch strategy. None combine (a) file-level prediction, (b) awareness of concurrent, cross-application access context, (c) confidence-driven control of both prefetch aggressiveness and cache eviction, and (d) live deployment on a running system, in one design — leaving a gap between what has been proposed on paper and what can actually be deployed as a working OS-level tool.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prefetching research works well in the lab, on one trace at a time — but not yet as a deployed, context-aware, self-correcting system on a real multi-tasking machine.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·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of Gap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Cross-app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Confidence→eviction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papers (Savva, Qowy, Yang, Lucas Filho)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B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B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B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SnapBPF (closest deployed attempt)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B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(serverless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B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B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E7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eBPF systems papers (FetchBPF, cache_ext, LearnedCache, Conf.-Gated)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B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(memory/generic)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B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E7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(Griffioen &amp; Appleton, C-Miner)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E7C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B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B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B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proposed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SnapBPF proves live eBPF deployment is possible. The base papers prove ML prediction works. Nobody has combined file-level prediction, cross-app context, and confidence-driven eviction in one deployed system.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 · NOVELTY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059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805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File-level, not memory-address or generic-page level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116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Yang (address-level), FetchBPF/cache_ext/LearnedCache (generic pages), and Confidence-Gated Admission (CPU cache lines).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220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0220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816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Cross-application context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278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papers reviewed model interleaved file access across concurrent processes sharing one cache.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3824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2382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325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tied to BOTH prefetch and eviction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44398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Admission does this at the hardware level only; we bring the same idea to the file-system level.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5439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4543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4865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deployment, evaluated on a running system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601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SnapBPF (serverless-only) and generic eBPF systems papers are actually deployed — our ML base papers are all offline.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OBJECTIVES (MIN. 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459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an eBPF-based live tracer that captures file-level system call events (open, read, close) across multiple concurrent applications with minimal overhead.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3017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8346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online sequential pattern mining engine that continuously learns cross-process file-access correlations without requiring offline retraining.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0233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confidence-scoring mechanism that quantifies prediction certainty and directly drives both prefetch aggressiveness and cache eviction priority.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5394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2120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system on real, concurrent, multi-application Linux workloads against classical (sequence-mining) and existing ML-based baselines, measuring cache hit rate, latency reduction, and overhead.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515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eBPF Tracer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9019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open / read / close syscalls live, across every process, with near-zero overhead.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80176" y="2386584"/>
            <a:ext cx="201168" cy="173736"/>
          </a:xfrm>
          <a:prstGeom prst="downArrow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578608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51560" y="26700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Pattern Mining Engine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017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sequential pattern mining (descendant of C-Miner) over the live event stream — keeps learning as it runs.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0176" y="3502152"/>
            <a:ext cx="201168" cy="173736"/>
          </a:xfrm>
          <a:prstGeom prst="downArrow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3694176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51560" y="37856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Confidence Scorer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1330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gets a confidence number, computed with cross-application context in mind.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0176" y="4617720"/>
            <a:ext cx="201168" cy="173736"/>
          </a:xfrm>
          <a:prstGeom prst="downArrow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4809744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51560" y="49011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Prefetch + Eviction Controller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24865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directly drives both readahead aggressiveness and page-cache eviction priority.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9846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as a running Linux tool on real, concurrent, multi-application workloads — not offline trace replay.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1491</Words>
  <Application>Microsoft Macintosh PowerPoint</Application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Sarvesh Suhas Kute</cp:lastModifiedBy>
  <cp:revision>3</cp:revision>
  <dcterms:created xsi:type="dcterms:W3CDTF">2026-09-15T00:09:51Z</dcterms:created>
  <dcterms:modified xsi:type="dcterms:W3CDTF">2026-09-17T05:43:55Z</dcterms:modified>
</cp:coreProperties>
</file>